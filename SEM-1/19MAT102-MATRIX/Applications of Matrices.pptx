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26" autoAdjust="0"/>
    <p:restoredTop sz="94660"/>
  </p:normalViewPr>
  <p:slideViewPr>
    <p:cSldViewPr>
      <p:cViewPr varScale="1">
        <p:scale>
          <a:sx n="86" d="100"/>
          <a:sy n="86" d="100"/>
        </p:scale>
        <p:origin x="-93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04-Jan-22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04-Jan-22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04-Jan-22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04-Jan-22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04-Jan-22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04-Jan-22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04-Jan-22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04-Jan-22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04-Jan-22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04-Jan-22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04-Jan-22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04-Jan-22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All Recent Works ..Latest\jpgs on matrices\APM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3" y="1347788"/>
            <a:ext cx="7534275" cy="4162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3092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E:\All Recent Works ..Latest\jpgs on matrices\APM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3" y="1371600"/>
            <a:ext cx="7458075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8830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E:\All Recent Works ..Latest\jpgs on matrices\APM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275" y="1376363"/>
            <a:ext cx="7029450" cy="410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8830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E:\All Recent Works ..Latest\jpgs on matrices\APM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75" y="1457325"/>
            <a:ext cx="7410450" cy="394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8830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E:\All Recent Works ..Latest\jpgs on matrices\APM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1433513"/>
            <a:ext cx="7239000" cy="3990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8830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E:\All Recent Works ..Latest\jpgs on matrices\APM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850" y="1485900"/>
            <a:ext cx="6972300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8830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E:\All Recent Works ..Latest\jpgs on matrices\APM7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063" y="1619250"/>
            <a:ext cx="7381875" cy="361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88307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72B0402446354A9D4A7B9BACD89947" ma:contentTypeVersion="2" ma:contentTypeDescription="Create a new document." ma:contentTypeScope="" ma:versionID="7e84dd1410f37d19c0cc51578ab74727">
  <xsd:schema xmlns:xsd="http://www.w3.org/2001/XMLSchema" xmlns:xs="http://www.w3.org/2001/XMLSchema" xmlns:p="http://schemas.microsoft.com/office/2006/metadata/properties" xmlns:ns2="17e1787d-00d7-4373-8dc9-58d84207f589" targetNamespace="http://schemas.microsoft.com/office/2006/metadata/properties" ma:root="true" ma:fieldsID="8dc13f58b2d81c55c4d064eef801aefd" ns2:_="">
    <xsd:import namespace="17e1787d-00d7-4373-8dc9-58d84207f5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e1787d-00d7-4373-8dc9-58d84207f5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9246F85-9847-4BED-8285-B95F8E4F1FA8}"/>
</file>

<file path=customXml/itemProps2.xml><?xml version="1.0" encoding="utf-8"?>
<ds:datastoreItem xmlns:ds="http://schemas.openxmlformats.org/officeDocument/2006/customXml" ds:itemID="{67FF9693-E780-4EC6-84C5-0A8752DE189A}"/>
</file>

<file path=customXml/itemProps3.xml><?xml version="1.0" encoding="utf-8"?>
<ds:datastoreItem xmlns:ds="http://schemas.openxmlformats.org/officeDocument/2006/customXml" ds:itemID="{72CDE460-06DD-4CE5-8270-72EBD37BD701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 Dilleswar Rao</dc:creator>
  <cp:lastModifiedBy>T Dilleswar Rao</cp:lastModifiedBy>
  <cp:revision>1</cp:revision>
  <dcterms:created xsi:type="dcterms:W3CDTF">2006-08-16T00:00:00Z</dcterms:created>
  <dcterms:modified xsi:type="dcterms:W3CDTF">2022-01-04T07:26:28Z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0x0101003372B0402446354A9D4A7B9BACD89947</vt:lpwstr>
  </property>
</Properties>
</file>